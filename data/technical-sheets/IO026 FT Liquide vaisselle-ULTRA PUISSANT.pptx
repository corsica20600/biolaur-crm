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6858000" cy="9144000" type="screen4x3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  <p:extLst>
    <p:ext uri="{EFAFB233-063F-42B5-8137-9DF3F51BA10A}">
      <p15:sldGuideLst xmlns:p15="http://schemas.microsoft.com/office/powerpoint/2012/main">
        <p15:guide id="1" pos="2160" userDrawn="1">
          <p15:clr>
            <a:srgbClr val="A4A3A4"/>
          </p15:clr>
        </p15:guide>
        <p15:guide id="2" orient="horz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5667A"/>
    <a:srgbClr val="CFDDFF"/>
    <a:srgbClr val="4F64A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8BD52B3-E768-434C-AFC2-D1788B94D357}" v="10" dt="2024-05-22T15:57:13.572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Style à thème 1 - Accentuation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222"/>
    <p:restoredTop sz="94382"/>
  </p:normalViewPr>
  <p:slideViewPr>
    <p:cSldViewPr snapToGrid="0">
      <p:cViewPr>
        <p:scale>
          <a:sx n="120" d="100"/>
          <a:sy n="120" d="100"/>
        </p:scale>
        <p:origin x="2124" y="84"/>
      </p:cViewPr>
      <p:guideLst>
        <p:guide pos="2160"/>
        <p:guide orient="horz"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y FAVIEZ" userId="411ba6998452633c" providerId="LiveId" clId="{F8BD52B3-E768-434C-AFC2-D1788B94D357}"/>
    <pc:docChg chg="undo custSel modSld">
      <pc:chgData name="Guy FAVIEZ" userId="411ba6998452633c" providerId="LiveId" clId="{F8BD52B3-E768-434C-AFC2-D1788B94D357}" dt="2024-05-22T16:27:47.148" v="861" actId="313"/>
      <pc:docMkLst>
        <pc:docMk/>
      </pc:docMkLst>
      <pc:sldChg chg="addSp delSp modSp mod">
        <pc:chgData name="Guy FAVIEZ" userId="411ba6998452633c" providerId="LiveId" clId="{F8BD52B3-E768-434C-AFC2-D1788B94D357}" dt="2024-05-22T16:27:47.148" v="861" actId="313"/>
        <pc:sldMkLst>
          <pc:docMk/>
          <pc:sldMk cId="0" sldId="256"/>
        </pc:sldMkLst>
        <pc:spChg chg="mod">
          <ac:chgData name="Guy FAVIEZ" userId="411ba6998452633c" providerId="LiveId" clId="{F8BD52B3-E768-434C-AFC2-D1788B94D357}" dt="2024-05-22T14:21:15.924" v="29" actId="20577"/>
          <ac:spMkLst>
            <pc:docMk/>
            <pc:sldMk cId="0" sldId="256"/>
            <ac:spMk id="5" creationId="{9B68157C-AE62-4594-B689-7DB8599A0AEB}"/>
          </ac:spMkLst>
        </pc:spChg>
        <pc:spChg chg="mod">
          <ac:chgData name="Guy FAVIEZ" userId="411ba6998452633c" providerId="LiveId" clId="{F8BD52B3-E768-434C-AFC2-D1788B94D357}" dt="2024-05-22T16:27:47.148" v="861" actId="313"/>
          <ac:spMkLst>
            <pc:docMk/>
            <pc:sldMk cId="0" sldId="256"/>
            <ac:spMk id="10" creationId="{72E0703D-FB2E-47A3-97C4-A4F9DDBFAF85}"/>
          </ac:spMkLst>
        </pc:spChg>
        <pc:spChg chg="mod">
          <ac:chgData name="Guy FAVIEZ" userId="411ba6998452633c" providerId="LiveId" clId="{F8BD52B3-E768-434C-AFC2-D1788B94D357}" dt="2024-05-22T14:20:54.621" v="8" actId="207"/>
          <ac:spMkLst>
            <pc:docMk/>
            <pc:sldMk cId="0" sldId="256"/>
            <ac:spMk id="24" creationId="{6DF9A5CB-287E-4E06-AC8B-DD083D8036AE}"/>
          </ac:spMkLst>
        </pc:spChg>
        <pc:spChg chg="mod">
          <ac:chgData name="Guy FAVIEZ" userId="411ba6998452633c" providerId="LiveId" clId="{F8BD52B3-E768-434C-AFC2-D1788B94D357}" dt="2024-05-22T15:55:40.667" v="598" actId="1076"/>
          <ac:spMkLst>
            <pc:docMk/>
            <pc:sldMk cId="0" sldId="256"/>
            <ac:spMk id="26" creationId="{31D66F42-1EE9-F8B0-2A19-F695E35F870B}"/>
          </ac:spMkLst>
        </pc:spChg>
        <pc:spChg chg="mod">
          <ac:chgData name="Guy FAVIEZ" userId="411ba6998452633c" providerId="LiveId" clId="{F8BD52B3-E768-434C-AFC2-D1788B94D357}" dt="2024-05-22T16:06:55.638" v="760" actId="1076"/>
          <ac:spMkLst>
            <pc:docMk/>
            <pc:sldMk cId="0" sldId="256"/>
            <ac:spMk id="28" creationId="{098B69EF-5813-49C7-9F6D-E624140A350F}"/>
          </ac:spMkLst>
        </pc:spChg>
        <pc:spChg chg="add del mod">
          <ac:chgData name="Guy FAVIEZ" userId="411ba6998452633c" providerId="LiveId" clId="{F8BD52B3-E768-434C-AFC2-D1788B94D357}" dt="2024-05-22T15:43:42.106" v="440" actId="478"/>
          <ac:spMkLst>
            <pc:docMk/>
            <pc:sldMk cId="0" sldId="256"/>
            <ac:spMk id="37" creationId="{7DE1ED3C-EC70-FCBE-2ED0-25601305F11E}"/>
          </ac:spMkLst>
        </pc:spChg>
        <pc:spChg chg="add del mod">
          <ac:chgData name="Guy FAVIEZ" userId="411ba6998452633c" providerId="LiveId" clId="{F8BD52B3-E768-434C-AFC2-D1788B94D357}" dt="2024-05-22T15:45:04.493" v="446" actId="478"/>
          <ac:spMkLst>
            <pc:docMk/>
            <pc:sldMk cId="0" sldId="256"/>
            <ac:spMk id="38" creationId="{6FBCC07D-2E98-9F14-E277-C16F206307AB}"/>
          </ac:spMkLst>
        </pc:spChg>
        <pc:spChg chg="add del mod">
          <ac:chgData name="Guy FAVIEZ" userId="411ba6998452633c" providerId="LiveId" clId="{F8BD52B3-E768-434C-AFC2-D1788B94D357}" dt="2024-05-22T15:45:10.465" v="447" actId="478"/>
          <ac:spMkLst>
            <pc:docMk/>
            <pc:sldMk cId="0" sldId="256"/>
            <ac:spMk id="39" creationId="{74082C97-015E-887C-DD7C-0BAB160E25B3}"/>
          </ac:spMkLst>
        </pc:spChg>
        <pc:spChg chg="add mod">
          <ac:chgData name="Guy FAVIEZ" userId="411ba6998452633c" providerId="LiveId" clId="{F8BD52B3-E768-434C-AFC2-D1788B94D357}" dt="2024-05-22T16:06:52.017" v="759" actId="1076"/>
          <ac:spMkLst>
            <pc:docMk/>
            <pc:sldMk cId="0" sldId="256"/>
            <ac:spMk id="40" creationId="{EA700943-7975-9DAC-A4C8-1BEEFEFF2659}"/>
          </ac:spMkLst>
        </pc:spChg>
        <pc:spChg chg="add mod">
          <ac:chgData name="Guy FAVIEZ" userId="411ba6998452633c" providerId="LiveId" clId="{F8BD52B3-E768-434C-AFC2-D1788B94D357}" dt="2024-05-22T16:08:22.056" v="845" actId="1076"/>
          <ac:spMkLst>
            <pc:docMk/>
            <pc:sldMk cId="0" sldId="256"/>
            <ac:spMk id="41" creationId="{448E2BF6-9645-8861-5033-3D3E4D2B4672}"/>
          </ac:spMkLst>
        </pc:spChg>
        <pc:graphicFrameChg chg="del">
          <ac:chgData name="Guy FAVIEZ" userId="411ba6998452633c" providerId="LiveId" clId="{F8BD52B3-E768-434C-AFC2-D1788B94D357}" dt="2024-05-22T15:16:58.620" v="271" actId="478"/>
          <ac:graphicFrameMkLst>
            <pc:docMk/>
            <pc:sldMk cId="0" sldId="256"/>
            <ac:graphicFrameMk id="2" creationId="{5E6370DD-9B0E-59E7-5699-F1B0B27BED16}"/>
          </ac:graphicFrameMkLst>
        </pc:graphicFrameChg>
        <pc:picChg chg="del mod">
          <ac:chgData name="Guy FAVIEZ" userId="411ba6998452633c" providerId="LiveId" clId="{F8BD52B3-E768-434C-AFC2-D1788B94D357}" dt="2024-05-22T16:09:35.474" v="851" actId="478"/>
          <ac:picMkLst>
            <pc:docMk/>
            <pc:sldMk cId="0" sldId="256"/>
            <ac:picMk id="8" creationId="{A7E42933-0A3D-704C-4821-F63FD7A92AB0}"/>
          </ac:picMkLst>
        </pc:picChg>
        <pc:picChg chg="add del mod">
          <ac:chgData name="Guy FAVIEZ" userId="411ba6998452633c" providerId="LiveId" clId="{F8BD52B3-E768-434C-AFC2-D1788B94D357}" dt="2024-05-22T15:29:49.144" v="389" actId="478"/>
          <ac:picMkLst>
            <pc:docMk/>
            <pc:sldMk cId="0" sldId="256"/>
            <ac:picMk id="11" creationId="{82399A31-6723-67A4-6A2D-01D80FBE8F62}"/>
          </ac:picMkLst>
        </pc:picChg>
        <pc:picChg chg="add del mod">
          <ac:chgData name="Guy FAVIEZ" userId="411ba6998452633c" providerId="LiveId" clId="{F8BD52B3-E768-434C-AFC2-D1788B94D357}" dt="2024-05-22T15:32:19.159" v="404" actId="478"/>
          <ac:picMkLst>
            <pc:docMk/>
            <pc:sldMk cId="0" sldId="256"/>
            <ac:picMk id="13" creationId="{F21AC896-75A4-7010-0400-854243C24482}"/>
          </ac:picMkLst>
        </pc:picChg>
        <pc:picChg chg="add del mod">
          <ac:chgData name="Guy FAVIEZ" userId="411ba6998452633c" providerId="LiveId" clId="{F8BD52B3-E768-434C-AFC2-D1788B94D357}" dt="2024-05-22T15:31:58.401" v="399" actId="478"/>
          <ac:picMkLst>
            <pc:docMk/>
            <pc:sldMk cId="0" sldId="256"/>
            <ac:picMk id="16" creationId="{259025D0-2CA9-516F-A685-7DE6EB38B3DC}"/>
          </ac:picMkLst>
        </pc:picChg>
        <pc:picChg chg="mod">
          <ac:chgData name="Guy FAVIEZ" userId="411ba6998452633c" providerId="LiveId" clId="{F8BD52B3-E768-434C-AFC2-D1788B94D357}" dt="2024-05-22T15:55:47.321" v="600" actId="1076"/>
          <ac:picMkLst>
            <pc:docMk/>
            <pc:sldMk cId="0" sldId="256"/>
            <ac:picMk id="17" creationId="{F608C6B5-E028-43F5-AB94-0B186B1EDBFB}"/>
          </ac:picMkLst>
        </pc:picChg>
        <pc:picChg chg="add del mod">
          <ac:chgData name="Guy FAVIEZ" userId="411ba6998452633c" providerId="LiveId" clId="{F8BD52B3-E768-434C-AFC2-D1788B94D357}" dt="2024-05-22T15:29:45.801" v="388" actId="478"/>
          <ac:picMkLst>
            <pc:docMk/>
            <pc:sldMk cId="0" sldId="256"/>
            <ac:picMk id="19" creationId="{73A4583D-6F28-9BC7-6A45-CDA93695E543}"/>
          </ac:picMkLst>
        </pc:picChg>
        <pc:picChg chg="del">
          <ac:chgData name="Guy FAVIEZ" userId="411ba6998452633c" providerId="LiveId" clId="{F8BD52B3-E768-434C-AFC2-D1788B94D357}" dt="2024-05-22T14:47:00.893" v="247" actId="478"/>
          <ac:picMkLst>
            <pc:docMk/>
            <pc:sldMk cId="0" sldId="256"/>
            <ac:picMk id="25" creationId="{55A11089-14CB-1246-A879-D9C226E9760A}"/>
          </ac:picMkLst>
        </pc:picChg>
        <pc:picChg chg="add mod">
          <ac:chgData name="Guy FAVIEZ" userId="411ba6998452633c" providerId="LiveId" clId="{F8BD52B3-E768-434C-AFC2-D1788B94D357}" dt="2024-05-22T15:41:07.452" v="433" actId="1076"/>
          <ac:picMkLst>
            <pc:docMk/>
            <pc:sldMk cId="0" sldId="256"/>
            <ac:picMk id="27" creationId="{CE67BAE0-146D-959C-D329-30295D7614FC}"/>
          </ac:picMkLst>
        </pc:picChg>
        <pc:picChg chg="add mod">
          <ac:chgData name="Guy FAVIEZ" userId="411ba6998452633c" providerId="LiveId" clId="{F8BD52B3-E768-434C-AFC2-D1788B94D357}" dt="2024-05-22T15:41:18.436" v="436" actId="1076"/>
          <ac:picMkLst>
            <pc:docMk/>
            <pc:sldMk cId="0" sldId="256"/>
            <ac:picMk id="29" creationId="{50F0ACA8-633D-908F-43A8-DD602DCF3C7D}"/>
          </ac:picMkLst>
        </pc:picChg>
        <pc:picChg chg="add mod">
          <ac:chgData name="Guy FAVIEZ" userId="411ba6998452633c" providerId="LiveId" clId="{F8BD52B3-E768-434C-AFC2-D1788B94D357}" dt="2024-05-22T15:41:33.982" v="438" actId="1076"/>
          <ac:picMkLst>
            <pc:docMk/>
            <pc:sldMk cId="0" sldId="256"/>
            <ac:picMk id="30" creationId="{F0A95709-FDC0-FF2B-D898-AAC1EBB4692A}"/>
          </ac:picMkLst>
        </pc:picChg>
        <pc:picChg chg="del mod">
          <ac:chgData name="Guy FAVIEZ" userId="411ba6998452633c" providerId="LiveId" clId="{F8BD52B3-E768-434C-AFC2-D1788B94D357}" dt="2024-05-22T15:45:18.817" v="449" actId="478"/>
          <ac:picMkLst>
            <pc:docMk/>
            <pc:sldMk cId="0" sldId="256"/>
            <ac:picMk id="32" creationId="{DE1FF240-00D3-8456-9E3E-EDACE1E3E1D7}"/>
          </ac:picMkLst>
        </pc:picChg>
        <pc:picChg chg="add del mod">
          <ac:chgData name="Guy FAVIEZ" userId="411ba6998452633c" providerId="LiveId" clId="{F8BD52B3-E768-434C-AFC2-D1788B94D357}" dt="2024-05-22T15:32:44.578" v="409" actId="478"/>
          <ac:picMkLst>
            <pc:docMk/>
            <pc:sldMk cId="0" sldId="256"/>
            <ac:picMk id="33" creationId="{23CD1395-9557-190C-43BC-D3662F618F43}"/>
          </ac:picMkLst>
        </pc:picChg>
        <pc:picChg chg="add mod">
          <ac:chgData name="Guy FAVIEZ" userId="411ba6998452633c" providerId="LiveId" clId="{F8BD52B3-E768-434C-AFC2-D1788B94D357}" dt="2024-05-22T15:40:57.703" v="431" actId="14100"/>
          <ac:picMkLst>
            <pc:docMk/>
            <pc:sldMk cId="0" sldId="256"/>
            <ac:picMk id="34" creationId="{F80CF376-7B9A-E12B-ADBD-CBDABF54001C}"/>
          </ac:picMkLst>
        </pc:picChg>
        <pc:picChg chg="add mod">
          <ac:chgData name="Guy FAVIEZ" userId="411ba6998452633c" providerId="LiveId" clId="{F8BD52B3-E768-434C-AFC2-D1788B94D357}" dt="2024-05-22T15:40:54.749" v="430" actId="14100"/>
          <ac:picMkLst>
            <pc:docMk/>
            <pc:sldMk cId="0" sldId="256"/>
            <ac:picMk id="35" creationId="{A0F338F2-E130-F061-4138-1905C55AF757}"/>
          </ac:picMkLst>
        </pc:picChg>
        <pc:picChg chg="add mod">
          <ac:chgData name="Guy FAVIEZ" userId="411ba6998452633c" providerId="LiveId" clId="{F8BD52B3-E768-434C-AFC2-D1788B94D357}" dt="2024-05-22T16:08:45.195" v="847" actId="14100"/>
          <ac:picMkLst>
            <pc:docMk/>
            <pc:sldMk cId="0" sldId="256"/>
            <ac:picMk id="36" creationId="{62BEEF73-05AC-7A05-D224-6BC7EE54D757}"/>
          </ac:picMkLst>
        </pc:picChg>
        <pc:picChg chg="add mod">
          <ac:chgData name="Guy FAVIEZ" userId="411ba6998452633c" providerId="LiveId" clId="{F8BD52B3-E768-434C-AFC2-D1788B94D357}" dt="2024-05-22T16:09:40.124" v="852" actId="1076"/>
          <ac:picMkLst>
            <pc:docMk/>
            <pc:sldMk cId="0" sldId="256"/>
            <ac:picMk id="43" creationId="{FCB8E8F9-A361-A072-AB92-D80CDB6CA480}"/>
          </ac:picMkLst>
        </pc:picChg>
        <pc:picChg chg="add mod">
          <ac:chgData name="Guy FAVIEZ" userId="411ba6998452633c" providerId="LiveId" clId="{F8BD52B3-E768-434C-AFC2-D1788B94D357}" dt="2024-05-22T16:27:34.562" v="859" actId="1076"/>
          <ac:picMkLst>
            <pc:docMk/>
            <pc:sldMk cId="0" sldId="256"/>
            <ac:picMk id="45" creationId="{B57B3432-2274-8DF1-5B3D-E6FA874F0578}"/>
          </ac:picMkLst>
        </pc:picChg>
        <pc:picChg chg="mod">
          <ac:chgData name="Guy FAVIEZ" userId="411ba6998452633c" providerId="LiveId" clId="{F8BD52B3-E768-434C-AFC2-D1788B94D357}" dt="2024-05-22T14:19:56.055" v="2" actId="207"/>
          <ac:picMkLst>
            <pc:docMk/>
            <pc:sldMk cId="0" sldId="256"/>
            <ac:picMk id="113" creationId="{00000000-0000-0000-0000-000000000000}"/>
          </ac:picMkLst>
        </pc:picChg>
      </pc:sldChg>
    </pc:docChg>
  </pc:docChgLst>
  <pc:docChgLst>
    <pc:chgData name="Guy FAVIEZ" userId="411ba6998452633c" providerId="LiveId" clId="{B90DF52A-AB81-48FF-83BC-2BEBF7BCF7C7}"/>
    <pc:docChg chg="undo redo custSel delSld modSld">
      <pc:chgData name="Guy FAVIEZ" userId="411ba6998452633c" providerId="LiveId" clId="{B90DF52A-AB81-48FF-83BC-2BEBF7BCF7C7}" dt="2024-05-17T16:07:37.016" v="1203" actId="1076"/>
      <pc:docMkLst>
        <pc:docMk/>
      </pc:docMkLst>
      <pc:sldChg chg="addSp delSp modSp mod">
        <pc:chgData name="Guy FAVIEZ" userId="411ba6998452633c" providerId="LiveId" clId="{B90DF52A-AB81-48FF-83BC-2BEBF7BCF7C7}" dt="2024-05-17T16:07:37.016" v="1203" actId="1076"/>
        <pc:sldMkLst>
          <pc:docMk/>
          <pc:sldMk cId="0" sldId="256"/>
        </pc:sldMkLst>
        <pc:spChg chg="mod">
          <ac:chgData name="Guy FAVIEZ" userId="411ba6998452633c" providerId="LiveId" clId="{B90DF52A-AB81-48FF-83BC-2BEBF7BCF7C7}" dt="2024-05-17T14:53:41.176" v="97" actId="20577"/>
          <ac:spMkLst>
            <pc:docMk/>
            <pc:sldMk cId="0" sldId="256"/>
            <ac:spMk id="5" creationId="{9B68157C-AE62-4594-B689-7DB8599A0AEB}"/>
          </ac:spMkLst>
        </pc:spChg>
        <pc:spChg chg="mod">
          <ac:chgData name="Guy FAVIEZ" userId="411ba6998452633c" providerId="LiveId" clId="{B90DF52A-AB81-48FF-83BC-2BEBF7BCF7C7}" dt="2024-05-17T16:04:36.265" v="1172" actId="113"/>
          <ac:spMkLst>
            <pc:docMk/>
            <pc:sldMk cId="0" sldId="256"/>
            <ac:spMk id="10" creationId="{72E0703D-FB2E-47A3-97C4-A4F9DDBFAF85}"/>
          </ac:spMkLst>
        </pc:spChg>
        <pc:spChg chg="del mod">
          <ac:chgData name="Guy FAVIEZ" userId="411ba6998452633c" providerId="LiveId" clId="{B90DF52A-AB81-48FF-83BC-2BEBF7BCF7C7}" dt="2024-05-17T15:42:02.197" v="1002" actId="478"/>
          <ac:spMkLst>
            <pc:docMk/>
            <pc:sldMk cId="0" sldId="256"/>
            <ac:spMk id="16" creationId="{0DDE87A2-E351-47DF-9CD8-67EFBC952319}"/>
          </ac:spMkLst>
        </pc:spChg>
        <pc:spChg chg="add mod">
          <ac:chgData name="Guy FAVIEZ" userId="411ba6998452633c" providerId="LiveId" clId="{B90DF52A-AB81-48FF-83BC-2BEBF7BCF7C7}" dt="2024-05-17T16:07:27.779" v="1200" actId="1076"/>
          <ac:spMkLst>
            <pc:docMk/>
            <pc:sldMk cId="0" sldId="256"/>
            <ac:spMk id="26" creationId="{31D66F42-1EE9-F8B0-2A19-F695E35F870B}"/>
          </ac:spMkLst>
        </pc:spChg>
        <pc:spChg chg="mod">
          <ac:chgData name="Guy FAVIEZ" userId="411ba6998452633c" providerId="LiveId" clId="{B90DF52A-AB81-48FF-83BC-2BEBF7BCF7C7}" dt="2024-05-17T16:02:20.321" v="1149"/>
          <ac:spMkLst>
            <pc:docMk/>
            <pc:sldMk cId="0" sldId="256"/>
            <ac:spMk id="28" creationId="{098B69EF-5813-49C7-9F6D-E624140A350F}"/>
          </ac:spMkLst>
        </pc:spChg>
        <pc:graphicFrameChg chg="mod modGraphic">
          <ac:chgData name="Guy FAVIEZ" userId="411ba6998452633c" providerId="LiveId" clId="{B90DF52A-AB81-48FF-83BC-2BEBF7BCF7C7}" dt="2024-05-17T16:07:15.277" v="1199" actId="14734"/>
          <ac:graphicFrameMkLst>
            <pc:docMk/>
            <pc:sldMk cId="0" sldId="256"/>
            <ac:graphicFrameMk id="2" creationId="{5E6370DD-9B0E-59E7-5699-F1B0B27BED16}"/>
          </ac:graphicFrameMkLst>
        </pc:graphicFrameChg>
        <pc:picChg chg="del">
          <ac:chgData name="Guy FAVIEZ" userId="411ba6998452633c" providerId="LiveId" clId="{B90DF52A-AB81-48FF-83BC-2BEBF7BCF7C7}" dt="2024-05-13T16:53:11.675" v="0" actId="478"/>
          <ac:picMkLst>
            <pc:docMk/>
            <pc:sldMk cId="0" sldId="256"/>
            <ac:picMk id="8" creationId="{750B4565-FBB6-46EC-8576-CBAB5EBED571}"/>
          </ac:picMkLst>
        </pc:picChg>
        <pc:picChg chg="add mod">
          <ac:chgData name="Guy FAVIEZ" userId="411ba6998452633c" providerId="LiveId" clId="{B90DF52A-AB81-48FF-83BC-2BEBF7BCF7C7}" dt="2024-05-17T16:07:31.451" v="1201" actId="1076"/>
          <ac:picMkLst>
            <pc:docMk/>
            <pc:sldMk cId="0" sldId="256"/>
            <ac:picMk id="8" creationId="{A7E42933-0A3D-704C-4821-F63FD7A92AB0}"/>
          </ac:picMkLst>
        </pc:picChg>
        <pc:picChg chg="del mod">
          <ac:chgData name="Guy FAVIEZ" userId="411ba6998452633c" providerId="LiveId" clId="{B90DF52A-AB81-48FF-83BC-2BEBF7BCF7C7}" dt="2024-05-17T15:24:33.757" v="841" actId="478"/>
          <ac:picMkLst>
            <pc:docMk/>
            <pc:sldMk cId="0" sldId="256"/>
            <ac:picMk id="11" creationId="{CAF8E942-9E6E-4735-B8E8-848BE6CD3949}"/>
          </ac:picMkLst>
        </pc:picChg>
        <pc:picChg chg="del mod">
          <ac:chgData name="Guy FAVIEZ" userId="411ba6998452633c" providerId="LiveId" clId="{B90DF52A-AB81-48FF-83BC-2BEBF7BCF7C7}" dt="2024-05-17T15:42:59.499" v="1006" actId="478"/>
          <ac:picMkLst>
            <pc:docMk/>
            <pc:sldMk cId="0" sldId="256"/>
            <ac:picMk id="13" creationId="{EB5731CA-3E9C-3915-3C66-ECA4B9EA7F70}"/>
          </ac:picMkLst>
        </pc:picChg>
        <pc:picChg chg="add del mod">
          <ac:chgData name="Guy FAVIEZ" userId="411ba6998452633c" providerId="LiveId" clId="{B90DF52A-AB81-48FF-83BC-2BEBF7BCF7C7}" dt="2024-05-17T15:53:52.302" v="1039" actId="478"/>
          <ac:picMkLst>
            <pc:docMk/>
            <pc:sldMk cId="0" sldId="256"/>
            <ac:picMk id="14" creationId="{AAEF3F19-34D1-4D6C-D06A-4E5FE855DEC4}"/>
          </ac:picMkLst>
        </pc:picChg>
        <pc:picChg chg="add del mod">
          <ac:chgData name="Guy FAVIEZ" userId="411ba6998452633c" providerId="LiveId" clId="{B90DF52A-AB81-48FF-83BC-2BEBF7BCF7C7}" dt="2024-05-17T16:07:37.016" v="1203" actId="1076"/>
          <ac:picMkLst>
            <pc:docMk/>
            <pc:sldMk cId="0" sldId="256"/>
            <ac:picMk id="17" creationId="{F608C6B5-E028-43F5-AB94-0B186B1EDBFB}"/>
          </ac:picMkLst>
        </pc:picChg>
        <pc:picChg chg="add del mod">
          <ac:chgData name="Guy FAVIEZ" userId="411ba6998452633c" providerId="LiveId" clId="{B90DF52A-AB81-48FF-83BC-2BEBF7BCF7C7}" dt="2024-05-17T15:53:51.236" v="1038" actId="478"/>
          <ac:picMkLst>
            <pc:docMk/>
            <pc:sldMk cId="0" sldId="256"/>
            <ac:picMk id="19" creationId="{C6CE25DE-7BC2-2423-9662-DCA4B0FD2538}"/>
          </ac:picMkLst>
        </pc:picChg>
        <pc:picChg chg="del">
          <ac:chgData name="Guy FAVIEZ" userId="411ba6998452633c" providerId="LiveId" clId="{B90DF52A-AB81-48FF-83BC-2BEBF7BCF7C7}" dt="2024-05-13T16:55:07.233" v="15" actId="478"/>
          <ac:picMkLst>
            <pc:docMk/>
            <pc:sldMk cId="0" sldId="256"/>
            <ac:picMk id="19" creationId="{FECBDD85-3BD5-19B6-9113-EBFAFD4FF6C6}"/>
          </ac:picMkLst>
        </pc:picChg>
        <pc:picChg chg="add mod">
          <ac:chgData name="Guy FAVIEZ" userId="411ba6998452633c" providerId="LiveId" clId="{B90DF52A-AB81-48FF-83BC-2BEBF7BCF7C7}" dt="2024-05-17T15:53:41.186" v="1037" actId="1076"/>
          <ac:picMkLst>
            <pc:docMk/>
            <pc:sldMk cId="0" sldId="256"/>
            <ac:picMk id="25" creationId="{55A11089-14CB-1246-A879-D9C226E9760A}"/>
          </ac:picMkLst>
        </pc:picChg>
        <pc:picChg chg="mod">
          <ac:chgData name="Guy FAVIEZ" userId="411ba6998452633c" providerId="LiveId" clId="{B90DF52A-AB81-48FF-83BC-2BEBF7BCF7C7}" dt="2024-05-17T16:07:34.024" v="1202" actId="1076"/>
          <ac:picMkLst>
            <pc:docMk/>
            <pc:sldMk cId="0" sldId="256"/>
            <ac:picMk id="32" creationId="{DE1FF240-00D3-8456-9E3E-EDACE1E3E1D7}"/>
          </ac:picMkLst>
        </pc:picChg>
        <pc:picChg chg="del mod">
          <ac:chgData name="Guy FAVIEZ" userId="411ba6998452633c" providerId="LiveId" clId="{B90DF52A-AB81-48FF-83BC-2BEBF7BCF7C7}" dt="2024-05-13T16:56:13.840" v="20" actId="478"/>
          <ac:picMkLst>
            <pc:docMk/>
            <pc:sldMk cId="0" sldId="256"/>
            <ac:picMk id="44" creationId="{80809EC9-6E3B-F8D3-E6AA-300B7C25A698}"/>
          </ac:picMkLst>
        </pc:picChg>
      </pc:sldChg>
      <pc:sldChg chg="del">
        <pc:chgData name="Guy FAVIEZ" userId="411ba6998452633c" providerId="LiveId" clId="{B90DF52A-AB81-48FF-83BC-2BEBF7BCF7C7}" dt="2024-05-17T15:54:39.900" v="1040" actId="47"/>
        <pc:sldMkLst>
          <pc:docMk/>
          <pc:sldMk cId="3214799335" sldId="257"/>
        </pc:sldMkLst>
      </pc:sldChg>
      <pc:sldChg chg="delSp modSp del mod">
        <pc:chgData name="Guy FAVIEZ" userId="411ba6998452633c" providerId="LiveId" clId="{B90DF52A-AB81-48FF-83BC-2BEBF7BCF7C7}" dt="2024-05-17T16:04:02.952" v="1168" actId="47"/>
        <pc:sldMkLst>
          <pc:docMk/>
          <pc:sldMk cId="3590819750" sldId="258"/>
        </pc:sldMkLst>
        <pc:spChg chg="del mod">
          <ac:chgData name="Guy FAVIEZ" userId="411ba6998452633c" providerId="LiveId" clId="{B90DF52A-AB81-48FF-83BC-2BEBF7BCF7C7}" dt="2024-05-17T15:28:01.876" v="865" actId="478"/>
          <ac:spMkLst>
            <pc:docMk/>
            <pc:sldMk cId="3590819750" sldId="258"/>
            <ac:spMk id="13" creationId="{3978C52C-7134-B322-3AD2-CD676BDD391A}"/>
          </ac:spMkLst>
        </pc:spChg>
        <pc:spChg chg="del mod">
          <ac:chgData name="Guy FAVIEZ" userId="411ba6998452633c" providerId="LiveId" clId="{B90DF52A-AB81-48FF-83BC-2BEBF7BCF7C7}" dt="2024-05-17T15:28:04.181" v="866" actId="478"/>
          <ac:spMkLst>
            <pc:docMk/>
            <pc:sldMk cId="3590819750" sldId="258"/>
            <ac:spMk id="14" creationId="{23EFA70A-1C54-9D20-85BC-5F73FE1ABB75}"/>
          </ac:spMkLst>
        </pc:spChg>
        <pc:spChg chg="del">
          <ac:chgData name="Guy FAVIEZ" userId="411ba6998452633c" providerId="LiveId" clId="{B90DF52A-AB81-48FF-83BC-2BEBF7BCF7C7}" dt="2024-05-17T15:28:06.802" v="867" actId="478"/>
          <ac:spMkLst>
            <pc:docMk/>
            <pc:sldMk cId="3590819750" sldId="258"/>
            <ac:spMk id="17" creationId="{C5EBAE76-C085-531B-AD73-3B64E78D948F}"/>
          </ac:spMkLst>
        </pc:spChg>
        <pc:spChg chg="del mod">
          <ac:chgData name="Guy FAVIEZ" userId="411ba6998452633c" providerId="LiveId" clId="{B90DF52A-AB81-48FF-83BC-2BEBF7BCF7C7}" dt="2024-05-17T15:27:53.391" v="862" actId="478"/>
          <ac:spMkLst>
            <pc:docMk/>
            <pc:sldMk cId="3590819750" sldId="258"/>
            <ac:spMk id="30" creationId="{2BA5D5E7-2FA5-3E69-75AB-73A74E40A4B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hape 109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0" name="Shape 11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spcBef>
        <a:spcPts val="400"/>
      </a:spcBef>
      <a:defRPr sz="1200">
        <a:latin typeface="+mj-lt"/>
        <a:ea typeface="+mj-ea"/>
        <a:cs typeface="+mj-cs"/>
        <a:sym typeface="Calibri"/>
      </a:defRPr>
    </a:lvl1pPr>
    <a:lvl2pPr indent="228600" latinLnBrk="0">
      <a:spcBef>
        <a:spcPts val="400"/>
      </a:spcBef>
      <a:defRPr sz="1200">
        <a:latin typeface="+mj-lt"/>
        <a:ea typeface="+mj-ea"/>
        <a:cs typeface="+mj-cs"/>
        <a:sym typeface="Calibri"/>
      </a:defRPr>
    </a:lvl2pPr>
    <a:lvl3pPr indent="457200" latinLnBrk="0">
      <a:spcBef>
        <a:spcPts val="400"/>
      </a:spcBef>
      <a:defRPr sz="1200">
        <a:latin typeface="+mj-lt"/>
        <a:ea typeface="+mj-ea"/>
        <a:cs typeface="+mj-cs"/>
        <a:sym typeface="Calibri"/>
      </a:defRPr>
    </a:lvl3pPr>
    <a:lvl4pPr indent="685800" latinLnBrk="0">
      <a:spcBef>
        <a:spcPts val="400"/>
      </a:spcBef>
      <a:defRPr sz="1200">
        <a:latin typeface="+mj-lt"/>
        <a:ea typeface="+mj-ea"/>
        <a:cs typeface="+mj-cs"/>
        <a:sym typeface="Calibri"/>
      </a:defRPr>
    </a:lvl4pPr>
    <a:lvl5pPr indent="914400" latinLnBrk="0">
      <a:spcBef>
        <a:spcPts val="400"/>
      </a:spcBef>
      <a:defRPr sz="1200">
        <a:latin typeface="+mj-lt"/>
        <a:ea typeface="+mj-ea"/>
        <a:cs typeface="+mj-cs"/>
        <a:sym typeface="Calibri"/>
      </a:defRPr>
    </a:lvl5pPr>
    <a:lvl6pPr indent="1143000" latinLnBrk="0">
      <a:spcBef>
        <a:spcPts val="400"/>
      </a:spcBef>
      <a:defRPr sz="1200">
        <a:latin typeface="+mj-lt"/>
        <a:ea typeface="+mj-ea"/>
        <a:cs typeface="+mj-cs"/>
        <a:sym typeface="Calibri"/>
      </a:defRPr>
    </a:lvl6pPr>
    <a:lvl7pPr indent="1371600" latinLnBrk="0">
      <a:spcBef>
        <a:spcPts val="400"/>
      </a:spcBef>
      <a:defRPr sz="1200">
        <a:latin typeface="+mj-lt"/>
        <a:ea typeface="+mj-ea"/>
        <a:cs typeface="+mj-cs"/>
        <a:sym typeface="Calibri"/>
      </a:defRPr>
    </a:lvl7pPr>
    <a:lvl8pPr indent="1600200" latinLnBrk="0">
      <a:spcBef>
        <a:spcPts val="400"/>
      </a:spcBef>
      <a:defRPr sz="1200">
        <a:latin typeface="+mj-lt"/>
        <a:ea typeface="+mj-ea"/>
        <a:cs typeface="+mj-cs"/>
        <a:sym typeface="Calibri"/>
      </a:defRPr>
    </a:lvl8pPr>
    <a:lvl9pPr indent="1828800" latinLnBrk="0">
      <a:spcBef>
        <a:spcPts val="400"/>
      </a:spcBef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>
            <a:spLocks noGrp="1"/>
          </p:cNvSpPr>
          <p:nvPr>
            <p:ph type="title"/>
          </p:nvPr>
        </p:nvSpPr>
        <p:spPr>
          <a:xfrm>
            <a:off x="514350" y="2840569"/>
            <a:ext cx="5829300" cy="1960035"/>
          </a:xfrm>
          <a:prstGeom prst="rect">
            <a:avLst/>
          </a:prstGeom>
        </p:spPr>
        <p:txBody>
          <a:bodyPr/>
          <a:lstStyle/>
          <a:p>
            <a:r>
              <a:t>Texte du titre</a:t>
            </a:r>
          </a:p>
        </p:txBody>
      </p:sp>
      <p:sp>
        <p:nvSpPr>
          <p:cNvPr id="12" name="Shape 12"/>
          <p:cNvSpPr>
            <a:spLocks noGrp="1"/>
          </p:cNvSpPr>
          <p:nvPr>
            <p:ph type="body" sz="quarter" idx="1"/>
          </p:nvPr>
        </p:nvSpPr>
        <p:spPr>
          <a:xfrm>
            <a:off x="1028700" y="5181600"/>
            <a:ext cx="4800600" cy="23368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13" name="Shape 13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‹N°›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Texte du titre</a:t>
            </a:r>
          </a:p>
        </p:txBody>
      </p:sp>
      <p:sp>
        <p:nvSpPr>
          <p:cNvPr id="21" name="Shape 21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22" name="Shape 22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‹N°›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>
            <a:spLocks noGrp="1"/>
          </p:cNvSpPr>
          <p:nvPr>
            <p:ph type="title"/>
          </p:nvPr>
        </p:nvSpPr>
        <p:spPr>
          <a:xfrm>
            <a:off x="541735" y="5875866"/>
            <a:ext cx="5829302" cy="1816102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t>Texte du titre</a:t>
            </a:r>
          </a:p>
        </p:txBody>
      </p:sp>
      <p:sp>
        <p:nvSpPr>
          <p:cNvPr id="30" name="Shape 30"/>
          <p:cNvSpPr>
            <a:spLocks noGrp="1"/>
          </p:cNvSpPr>
          <p:nvPr>
            <p:ph type="body" sz="quarter" idx="1"/>
          </p:nvPr>
        </p:nvSpPr>
        <p:spPr>
          <a:xfrm>
            <a:off x="541735" y="3875620"/>
            <a:ext cx="5829302" cy="2000251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31" name="Shape 31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‹N°›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Texte du titre</a:t>
            </a:r>
          </a:p>
        </p:txBody>
      </p:sp>
      <p:sp>
        <p:nvSpPr>
          <p:cNvPr id="39" name="Shape 39"/>
          <p:cNvSpPr>
            <a:spLocks noGrp="1"/>
          </p:cNvSpPr>
          <p:nvPr>
            <p:ph type="body" sz="half" idx="1"/>
          </p:nvPr>
        </p:nvSpPr>
        <p:spPr>
          <a:xfrm>
            <a:off x="257175" y="2844800"/>
            <a:ext cx="2257426" cy="804545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8" indent="-320038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40" name="Shape 40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‹N°›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47"/>
          <p:cNvSpPr>
            <a:spLocks noGrp="1"/>
          </p:cNvSpPr>
          <p:nvPr>
            <p:ph type="title"/>
          </p:nvPr>
        </p:nvSpPr>
        <p:spPr>
          <a:xfrm>
            <a:off x="342900" y="366183"/>
            <a:ext cx="6172200" cy="1524001"/>
          </a:xfrm>
          <a:prstGeom prst="rect">
            <a:avLst/>
          </a:prstGeom>
        </p:spPr>
        <p:txBody>
          <a:bodyPr/>
          <a:lstStyle/>
          <a:p>
            <a:r>
              <a:t>Texte du titre</a:t>
            </a:r>
          </a:p>
        </p:txBody>
      </p:sp>
      <p:sp>
        <p:nvSpPr>
          <p:cNvPr id="48" name="Shape 48"/>
          <p:cNvSpPr>
            <a:spLocks noGrp="1"/>
          </p:cNvSpPr>
          <p:nvPr>
            <p:ph type="body" sz="quarter" idx="1"/>
          </p:nvPr>
        </p:nvSpPr>
        <p:spPr>
          <a:xfrm>
            <a:off x="342900" y="2046815"/>
            <a:ext cx="3030143" cy="85301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sz="2400" b="1"/>
            </a:lvl1pPr>
            <a:lvl2pPr marL="0" indent="0">
              <a:spcBef>
                <a:spcPts val="500"/>
              </a:spcBef>
              <a:buSzTx/>
              <a:buFontTx/>
              <a:buNone/>
              <a:defRPr sz="2400" b="1"/>
            </a:lvl2pPr>
            <a:lvl3pPr marL="0" indent="0">
              <a:spcBef>
                <a:spcPts val="500"/>
              </a:spcBef>
              <a:buSzTx/>
              <a:buFontTx/>
              <a:buNone/>
              <a:defRPr sz="2400" b="1"/>
            </a:lvl3pPr>
            <a:lvl4pPr marL="0" indent="0">
              <a:spcBef>
                <a:spcPts val="500"/>
              </a:spcBef>
              <a:buSzTx/>
              <a:buFontTx/>
              <a:buNone/>
              <a:defRPr sz="2400" b="1"/>
            </a:lvl4pPr>
            <a:lvl5pPr marL="0" indent="0">
              <a:spcBef>
                <a:spcPts val="500"/>
              </a:spcBef>
              <a:buSzTx/>
              <a:buFontTx/>
              <a:buNone/>
              <a:defRPr sz="2400" b="1"/>
            </a:lvl5pPr>
          </a:lstStyle>
          <a:p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49" name="Shape 49"/>
          <p:cNvSpPr>
            <a:spLocks noGrp="1"/>
          </p:cNvSpPr>
          <p:nvPr>
            <p:ph type="body" sz="quarter" idx="13"/>
          </p:nvPr>
        </p:nvSpPr>
        <p:spPr>
          <a:xfrm>
            <a:off x="3483769" y="2046815"/>
            <a:ext cx="3031333" cy="853016"/>
          </a:xfrm>
          <a:prstGeom prst="rect">
            <a:avLst/>
          </a:prstGeom>
        </p:spPr>
        <p:txBody>
          <a:bodyPr anchor="b"/>
          <a:lstStyle/>
          <a:p>
            <a:endParaRPr/>
          </a:p>
        </p:txBody>
      </p:sp>
      <p:sp>
        <p:nvSpPr>
          <p:cNvPr id="50" name="Shape 50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‹N°›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Texte du titre</a:t>
            </a:r>
          </a:p>
        </p:txBody>
      </p:sp>
      <p:sp>
        <p:nvSpPr>
          <p:cNvPr id="58" name="Shape 58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‹N°›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65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‹N°›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72"/>
          <p:cNvSpPr>
            <a:spLocks noGrp="1"/>
          </p:cNvSpPr>
          <p:nvPr>
            <p:ph type="title"/>
          </p:nvPr>
        </p:nvSpPr>
        <p:spPr>
          <a:xfrm>
            <a:off x="342900" y="364066"/>
            <a:ext cx="2256236" cy="1549401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Texte du titre</a:t>
            </a:r>
          </a:p>
        </p:txBody>
      </p:sp>
      <p:sp>
        <p:nvSpPr>
          <p:cNvPr id="73" name="Shape 73"/>
          <p:cNvSpPr>
            <a:spLocks noGrp="1"/>
          </p:cNvSpPr>
          <p:nvPr>
            <p:ph type="body" idx="1"/>
          </p:nvPr>
        </p:nvSpPr>
        <p:spPr>
          <a:xfrm>
            <a:off x="2681288" y="364069"/>
            <a:ext cx="3833813" cy="7804151"/>
          </a:xfrm>
          <a:prstGeom prst="rect">
            <a:avLst/>
          </a:prstGeom>
        </p:spPr>
        <p:txBody>
          <a:bodyPr/>
          <a:lstStyle/>
          <a:p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74" name="Shape 74"/>
          <p:cNvSpPr>
            <a:spLocks noGrp="1"/>
          </p:cNvSpPr>
          <p:nvPr>
            <p:ph type="body" sz="half" idx="13"/>
          </p:nvPr>
        </p:nvSpPr>
        <p:spPr>
          <a:xfrm>
            <a:off x="342901" y="1913468"/>
            <a:ext cx="2256235" cy="6254754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5" name="Shape 75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‹N°›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hape 82"/>
          <p:cNvSpPr>
            <a:spLocks noGrp="1"/>
          </p:cNvSpPr>
          <p:nvPr>
            <p:ph type="title"/>
          </p:nvPr>
        </p:nvSpPr>
        <p:spPr>
          <a:xfrm>
            <a:off x="1344216" y="6400801"/>
            <a:ext cx="4114802" cy="755653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Texte du titre</a:t>
            </a:r>
          </a:p>
        </p:txBody>
      </p:sp>
      <p:sp>
        <p:nvSpPr>
          <p:cNvPr id="83" name="Shape 83"/>
          <p:cNvSpPr>
            <a:spLocks noGrp="1"/>
          </p:cNvSpPr>
          <p:nvPr>
            <p:ph type="pic" sz="half" idx="13"/>
          </p:nvPr>
        </p:nvSpPr>
        <p:spPr>
          <a:xfrm>
            <a:off x="1344216" y="817032"/>
            <a:ext cx="4114802" cy="548640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84" name="Shape 84"/>
          <p:cNvSpPr>
            <a:spLocks noGrp="1"/>
          </p:cNvSpPr>
          <p:nvPr>
            <p:ph type="body" sz="quarter" idx="1"/>
          </p:nvPr>
        </p:nvSpPr>
        <p:spPr>
          <a:xfrm>
            <a:off x="1344216" y="7156452"/>
            <a:ext cx="4114802" cy="1073151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0">
              <a:spcBef>
                <a:spcPts val="300"/>
              </a:spcBef>
              <a:buSzTx/>
              <a:buFontTx/>
              <a:buNone/>
              <a:defRPr sz="1400"/>
            </a:lvl2pPr>
            <a:lvl3pPr marL="0" indent="0">
              <a:spcBef>
                <a:spcPts val="300"/>
              </a:spcBef>
              <a:buSzTx/>
              <a:buFontTx/>
              <a:buNone/>
              <a:defRPr sz="1400"/>
            </a:lvl3pPr>
            <a:lvl4pPr marL="0" indent="0">
              <a:spcBef>
                <a:spcPts val="300"/>
              </a:spcBef>
              <a:buSzTx/>
              <a:buFontTx/>
              <a:buNone/>
              <a:defRPr sz="1400"/>
            </a:lvl4pPr>
            <a:lvl5pPr marL="0" indent="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85" name="Shape 85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‹N°›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hape 9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Texte du titre</a:t>
            </a:r>
          </a:p>
        </p:txBody>
      </p:sp>
      <p:sp>
        <p:nvSpPr>
          <p:cNvPr id="93" name="Shape 93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94" name="Shape 94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‹N°›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>
            <a:spLocks noGrp="1"/>
          </p:cNvSpPr>
          <p:nvPr>
            <p:ph type="title"/>
          </p:nvPr>
        </p:nvSpPr>
        <p:spPr>
          <a:xfrm>
            <a:off x="3729037" y="488951"/>
            <a:ext cx="1157290" cy="10401301"/>
          </a:xfrm>
          <a:prstGeom prst="rect">
            <a:avLst/>
          </a:prstGeom>
        </p:spPr>
        <p:txBody>
          <a:bodyPr/>
          <a:lstStyle/>
          <a:p>
            <a:r>
              <a:t>Texte du titre</a:t>
            </a:r>
          </a:p>
        </p:txBody>
      </p:sp>
      <p:sp>
        <p:nvSpPr>
          <p:cNvPr id="102" name="Shape 102"/>
          <p:cNvSpPr>
            <a:spLocks noGrp="1"/>
          </p:cNvSpPr>
          <p:nvPr>
            <p:ph type="body" idx="1"/>
          </p:nvPr>
        </p:nvSpPr>
        <p:spPr>
          <a:xfrm>
            <a:off x="257175" y="488951"/>
            <a:ext cx="3357565" cy="10401301"/>
          </a:xfrm>
          <a:prstGeom prst="rect">
            <a:avLst/>
          </a:prstGeom>
        </p:spPr>
        <p:txBody>
          <a:bodyPr/>
          <a:lstStyle/>
          <a:p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103" name="Shape 103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‹N°›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/>
          </p:cNvSpPr>
          <p:nvPr>
            <p:ph type="title"/>
          </p:nvPr>
        </p:nvSpPr>
        <p:spPr>
          <a:xfrm>
            <a:off x="342900" y="366713"/>
            <a:ext cx="6172200" cy="152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8" tIns="45718" rIns="45718" bIns="45718" anchor="ctr">
            <a:normAutofit/>
          </a:bodyPr>
          <a:lstStyle/>
          <a:p>
            <a:r>
              <a:t>Texte du titre</a:t>
            </a:r>
          </a:p>
        </p:txBody>
      </p:sp>
      <p:sp>
        <p:nvSpPr>
          <p:cNvPr id="3" name="Shape 3"/>
          <p:cNvSpPr>
            <a:spLocks noGrp="1"/>
          </p:cNvSpPr>
          <p:nvPr>
            <p:ph type="body" idx="1"/>
          </p:nvPr>
        </p:nvSpPr>
        <p:spPr>
          <a:xfrm>
            <a:off x="342900" y="2133600"/>
            <a:ext cx="6172200" cy="6034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8" tIns="45718" rIns="45718" bIns="45718">
            <a:normAutofit/>
          </a:bodyPr>
          <a:lstStyle/>
          <a:p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4" name="Shape 4"/>
          <p:cNvSpPr>
            <a:spLocks noGrp="1"/>
          </p:cNvSpPr>
          <p:nvPr>
            <p:ph type="sldNum" sz="quarter" idx="2"/>
          </p:nvPr>
        </p:nvSpPr>
        <p:spPr>
          <a:xfrm>
            <a:off x="6251121" y="8583931"/>
            <a:ext cx="263981" cy="269239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‹N°›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pasted-image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6887027" cy="1017582"/>
          </a:xfrm>
          <a:prstGeom prst="rect">
            <a:avLst/>
          </a:prstGeom>
          <a:solidFill>
            <a:srgbClr val="FFFF00"/>
          </a:solidFill>
          <a:ln w="12700">
            <a:miter lim="400000"/>
          </a:ln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6DF9A5CB-287E-4E06-AC8B-DD083D8036AE}"/>
              </a:ext>
            </a:extLst>
          </p:cNvPr>
          <p:cNvSpPr/>
          <p:nvPr/>
        </p:nvSpPr>
        <p:spPr>
          <a:xfrm>
            <a:off x="4354660" y="284833"/>
            <a:ext cx="2501899" cy="368621"/>
          </a:xfrm>
          <a:prstGeom prst="rect">
            <a:avLst/>
          </a:prstGeom>
          <a:solidFill>
            <a:srgbClr val="FFFF00"/>
          </a:solidFill>
          <a:ln w="25400" cap="flat">
            <a:solidFill>
              <a:srgbClr val="4F64AC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8" tIns="45718" rIns="45718" bIns="45718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fr-FR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pic>
        <p:nvPicPr>
          <p:cNvPr id="112" name="pasted-image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8275" y="8574626"/>
            <a:ext cx="5448752" cy="569374"/>
          </a:xfrm>
          <a:prstGeom prst="rect">
            <a:avLst/>
          </a:prstGeom>
          <a:ln w="12700">
            <a:miter lim="400000"/>
          </a:ln>
        </p:spPr>
      </p:pic>
      <p:pic>
        <p:nvPicPr>
          <p:cNvPr id="120" name="imag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4605" y="8316199"/>
            <a:ext cx="938300" cy="648825"/>
          </a:xfrm>
          <a:prstGeom prst="rect">
            <a:avLst/>
          </a:prstGeom>
          <a:ln w="12700">
            <a:miter lim="400000"/>
          </a:ln>
        </p:spPr>
      </p:pic>
      <p:pic>
        <p:nvPicPr>
          <p:cNvPr id="3" name="Image 2" descr="Une image contenant dessin&#10;&#10;Description générée automatiquement">
            <a:extLst>
              <a:ext uri="{FF2B5EF4-FFF2-40B4-BE49-F238E27FC236}">
                <a16:creationId xmlns:a16="http://schemas.microsoft.com/office/drawing/2014/main" id="{EC8446B9-053B-4EEB-91E5-C477F2732AF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56" y="8168435"/>
            <a:ext cx="1246743" cy="96309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BC7C169-09C8-4D0A-B9A1-C4582348C455}"/>
              </a:ext>
            </a:extLst>
          </p:cNvPr>
          <p:cNvSpPr/>
          <p:nvPr/>
        </p:nvSpPr>
        <p:spPr>
          <a:xfrm>
            <a:off x="-928" y="1044825"/>
            <a:ext cx="6887955" cy="45719"/>
          </a:xfrm>
          <a:prstGeom prst="rect">
            <a:avLst/>
          </a:prstGeom>
          <a:solidFill>
            <a:srgbClr val="4F64AC"/>
          </a:solidFill>
          <a:ln w="25400" cap="flat">
            <a:solidFill>
              <a:srgbClr val="4F64AC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fr-F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9B68157C-AE62-4594-B689-7DB8599A0AEB}"/>
              </a:ext>
            </a:extLst>
          </p:cNvPr>
          <p:cNvSpPr txBox="1"/>
          <p:nvPr/>
        </p:nvSpPr>
        <p:spPr>
          <a:xfrm>
            <a:off x="4429971" y="275923"/>
            <a:ext cx="2426588" cy="3693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fr-FR" sz="1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FillTx/>
                <a:latin typeface="+mj-lt"/>
                <a:ea typeface="+mj-ea"/>
                <a:cs typeface="+mj-cs"/>
                <a:sym typeface="Calibri"/>
              </a:rPr>
              <a:t>Cuisine </a:t>
            </a:r>
            <a:r>
              <a:rPr lang="fr-FR" dirty="0">
                <a:solidFill>
                  <a:schemeClr val="tx1"/>
                </a:solidFill>
                <a:highlight>
                  <a:srgbClr val="FFFF00"/>
                </a:highlight>
              </a:rPr>
              <a:t>Gamme IO</a:t>
            </a:r>
            <a:endParaRPr kumimoji="0" lang="fr-FR" sz="1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highlight>
                <a:srgbClr val="FFFF00"/>
              </a:highlight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pic>
        <p:nvPicPr>
          <p:cNvPr id="7" name="Image 6" descr="Une image contenant dessin&#10;&#10;Description générée automatiquement">
            <a:extLst>
              <a:ext uri="{FF2B5EF4-FFF2-40B4-BE49-F238E27FC236}">
                <a16:creationId xmlns:a16="http://schemas.microsoft.com/office/drawing/2014/main" id="{18948624-E65E-4371-98AE-59A49CCFEB4F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765"/>
          <a:stretch/>
        </p:blipFill>
        <p:spPr>
          <a:xfrm>
            <a:off x="33007" y="197857"/>
            <a:ext cx="1296839" cy="698786"/>
          </a:xfrm>
          <a:prstGeom prst="rect">
            <a:avLst/>
          </a:prstGeom>
        </p:spPr>
      </p:pic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1D831E9F-4D54-4CA5-9B9A-99B3600844B2}"/>
              </a:ext>
            </a:extLst>
          </p:cNvPr>
          <p:cNvCxnSpPr>
            <a:cxnSpLocks/>
          </p:cNvCxnSpPr>
          <p:nvPr/>
        </p:nvCxnSpPr>
        <p:spPr>
          <a:xfrm>
            <a:off x="2019967" y="1553029"/>
            <a:ext cx="0" cy="3933370"/>
          </a:xfrm>
          <a:prstGeom prst="line">
            <a:avLst/>
          </a:prstGeom>
          <a:ln w="3175">
            <a:solidFill>
              <a:srgbClr val="4F64AC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8" name="ZoneTexte 27">
            <a:extLst>
              <a:ext uri="{FF2B5EF4-FFF2-40B4-BE49-F238E27FC236}">
                <a16:creationId xmlns:a16="http://schemas.microsoft.com/office/drawing/2014/main" id="{098B69EF-5813-49C7-9F6D-E624140A350F}"/>
              </a:ext>
            </a:extLst>
          </p:cNvPr>
          <p:cNvSpPr txBox="1"/>
          <p:nvPr/>
        </p:nvSpPr>
        <p:spPr>
          <a:xfrm>
            <a:off x="3177919" y="6302186"/>
            <a:ext cx="1923810" cy="163121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r>
              <a:rPr lang="fr-FR" sz="1000" dirty="0">
                <a:solidFill>
                  <a:srgbClr val="35667A"/>
                </a:solidFill>
              </a:rPr>
              <a:t>Conditionnement : </a:t>
            </a:r>
          </a:p>
          <a:p>
            <a:r>
              <a:rPr lang="fr-FR" sz="1000" b="1" dirty="0">
                <a:solidFill>
                  <a:srgbClr val="35667A"/>
                </a:solidFill>
              </a:rPr>
              <a:t>Parfum Pomme</a:t>
            </a:r>
          </a:p>
          <a:p>
            <a:endParaRPr lang="fr-FR" sz="1000" b="1" dirty="0">
              <a:solidFill>
                <a:srgbClr val="35667A"/>
              </a:solidFill>
            </a:endParaRPr>
          </a:p>
          <a:p>
            <a:r>
              <a:rPr lang="fr-FR" sz="1000" b="1" dirty="0">
                <a:solidFill>
                  <a:srgbClr val="35667A"/>
                </a:solidFill>
              </a:rPr>
              <a:t>Code IO028</a:t>
            </a:r>
            <a:endParaRPr lang="fr-FR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171450" indent="-171450">
              <a:buFontTx/>
              <a:buChar char="-"/>
            </a:pPr>
            <a:r>
              <a:rPr lang="fr-FR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Carton de 6 x 500ml</a:t>
            </a:r>
          </a:p>
          <a:p>
            <a:pPr marL="171450" indent="-171450">
              <a:buFontTx/>
              <a:buChar char="-"/>
            </a:pPr>
            <a:r>
              <a:rPr lang="fr-FR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EAN: 3500590024556</a:t>
            </a:r>
          </a:p>
          <a:p>
            <a:r>
              <a:rPr lang="fr-FR" sz="1000" b="1" dirty="0">
                <a:solidFill>
                  <a:schemeClr val="accent1">
                    <a:lumMod val="75000"/>
                  </a:schemeClr>
                </a:solidFill>
              </a:rPr>
              <a:t>Code IO041</a:t>
            </a:r>
          </a:p>
          <a:p>
            <a:pPr marL="171450" indent="-171450">
              <a:buFontTx/>
              <a:buChar char="-"/>
            </a:pPr>
            <a:r>
              <a:rPr lang="fr-FR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Carton de 9 x 1L</a:t>
            </a:r>
          </a:p>
          <a:p>
            <a:pPr marL="171450" indent="-171450">
              <a:buFontTx/>
              <a:buChar char="-"/>
            </a:pPr>
            <a:r>
              <a:rPr lang="fr-FR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EAN: 3500590024792</a:t>
            </a:r>
          </a:p>
          <a:p>
            <a:pPr marL="171450" indent="-171450">
              <a:buFontTx/>
              <a:buChar char="-"/>
            </a:pPr>
            <a:endParaRPr lang="fr-FR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A7A649C7-27B9-4832-8C73-546C625AA622}"/>
              </a:ext>
            </a:extLst>
          </p:cNvPr>
          <p:cNvSpPr txBox="1"/>
          <p:nvPr/>
        </p:nvSpPr>
        <p:spPr>
          <a:xfrm>
            <a:off x="1633819" y="8595800"/>
            <a:ext cx="1220910" cy="50782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r>
              <a:rPr lang="fr-FR" sz="900" dirty="0">
                <a:solidFill>
                  <a:schemeClr val="bg1"/>
                </a:solidFill>
              </a:rPr>
              <a:t>37 rue Gustave Eiffel</a:t>
            </a:r>
          </a:p>
          <a:p>
            <a:r>
              <a:rPr lang="fr-FR" sz="900" dirty="0">
                <a:solidFill>
                  <a:schemeClr val="bg1"/>
                </a:solidFill>
              </a:rPr>
              <a:t>95190 Goussainville</a:t>
            </a:r>
          </a:p>
          <a:p>
            <a:r>
              <a:rPr lang="fr-FR" sz="900" dirty="0">
                <a:solidFill>
                  <a:schemeClr val="bg1"/>
                </a:solidFill>
              </a:rPr>
              <a:t>France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9097CD9D-3A99-4F31-998B-25DA461BBE1F}"/>
              </a:ext>
            </a:extLst>
          </p:cNvPr>
          <p:cNvSpPr txBox="1"/>
          <p:nvPr/>
        </p:nvSpPr>
        <p:spPr>
          <a:xfrm>
            <a:off x="3011953" y="8605399"/>
            <a:ext cx="1220910" cy="50782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r>
              <a:rPr lang="fr-FR" sz="900" dirty="0">
                <a:solidFill>
                  <a:schemeClr val="bg1"/>
                </a:solidFill>
              </a:rPr>
              <a:t>Tel : 03.44.63.66.66</a:t>
            </a:r>
          </a:p>
          <a:p>
            <a:r>
              <a:rPr lang="fr-FR" sz="900" dirty="0">
                <a:solidFill>
                  <a:schemeClr val="bg1"/>
                </a:solidFill>
              </a:rPr>
              <a:t>Fax : 06.44.63.66.67</a:t>
            </a:r>
          </a:p>
          <a:p>
            <a:r>
              <a:rPr lang="fr-FR" sz="900" dirty="0">
                <a:solidFill>
                  <a:schemeClr val="bg1"/>
                </a:solidFill>
              </a:rPr>
              <a:t>contact@jagprima.com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27CBD4C5-A929-415D-9EAC-996D7702D4BC}"/>
              </a:ext>
            </a:extLst>
          </p:cNvPr>
          <p:cNvSpPr txBox="1"/>
          <p:nvPr/>
        </p:nvSpPr>
        <p:spPr>
          <a:xfrm>
            <a:off x="4491274" y="8689987"/>
            <a:ext cx="1220910" cy="3077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r>
              <a:rPr lang="fr-FR" sz="1400" b="1" dirty="0">
                <a:solidFill>
                  <a:schemeClr val="bg1"/>
                </a:solidFill>
                <a:latin typeface="Abadi" panose="020B0604020104020204" pitchFamily="34" charset="0"/>
              </a:rPr>
              <a:t>Jagprima.com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72E0703D-FB2E-47A3-97C4-A4F9DDBFAF85}"/>
              </a:ext>
            </a:extLst>
          </p:cNvPr>
          <p:cNvSpPr txBox="1"/>
          <p:nvPr/>
        </p:nvSpPr>
        <p:spPr>
          <a:xfrm>
            <a:off x="2223313" y="1181502"/>
            <a:ext cx="4535921" cy="50475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fr-FR" sz="2400" b="1" dirty="0">
                <a:solidFill>
                  <a:schemeClr val="tx1"/>
                </a:solidFill>
              </a:rPr>
              <a:t>Liquide vaisselle Ultra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fr-FR" i="0" u="none" strike="noStrike" cap="none" spc="0" normalizeH="0" baseline="0" dirty="0">
                <a:ln>
                  <a:noFill/>
                </a:ln>
                <a:solidFill>
                  <a:srgbClr val="35667A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Très concentré, dégraisse et fait briller.</a:t>
            </a:r>
            <a:endParaRPr lang="fr-FR" sz="1100" dirty="0">
              <a:solidFill>
                <a:srgbClr val="35667A"/>
              </a:solidFill>
            </a:endParaRPr>
          </a:p>
          <a:p>
            <a:endParaRPr lang="fr-FR" sz="10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l"/>
            <a:r>
              <a:rPr lang="fr-FR" sz="1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Liquide vaisselle ultra puissant pour le lavage de la vaisselle a la main. </a:t>
            </a:r>
          </a:p>
          <a:p>
            <a:pPr algn="l"/>
            <a:r>
              <a:rPr lang="fr-FR" sz="1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Formule concentrée, efficace même en eau froide.</a:t>
            </a:r>
          </a:p>
          <a:p>
            <a:pPr algn="l"/>
            <a:r>
              <a:rPr lang="fr-FR" sz="1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Ultra dégraissant, élimine la saleté dès le premier passage. Utilisation: casseroles, couverts, verres, vaisselle...</a:t>
            </a:r>
          </a:p>
          <a:p>
            <a:pPr algn="l"/>
            <a:r>
              <a:rPr lang="fr-FR" sz="1000" dirty="0">
                <a:latin typeface="Times New Roman" panose="02020603050405020304" pitchFamily="18" charset="0"/>
              </a:rPr>
              <a:t>Parfum Citron, Fruits rouge, Pomme</a:t>
            </a:r>
            <a:endParaRPr lang="fr-FR" sz="1000" b="0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algn="just"/>
            <a:endParaRPr lang="fr-FR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just"/>
            <a:r>
              <a:rPr lang="fr-FR" sz="1000" dirty="0">
                <a:solidFill>
                  <a:srgbClr val="35667A"/>
                </a:solidFill>
              </a:rPr>
              <a:t>MODE D’EMPLOI</a:t>
            </a:r>
          </a:p>
          <a:p>
            <a:r>
              <a:rPr lang="fr-FR" sz="1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Verser quelques gouttes dans votre bac de nettoyage.</a:t>
            </a:r>
          </a:p>
          <a:p>
            <a:r>
              <a:rPr lang="fr-FR" sz="1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Pour le nettoyage particulièrement difficile, verser quelques gouttes de produit directement sur l’</a:t>
            </a:r>
            <a:r>
              <a:rPr lang="fr-FR" sz="1000" dirty="0">
                <a:latin typeface="Times New Roman" panose="02020603050405020304" pitchFamily="18" charset="0"/>
              </a:rPr>
              <a:t>é</a:t>
            </a:r>
            <a:r>
              <a:rPr lang="fr-FR" sz="1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ponge. </a:t>
            </a:r>
          </a:p>
          <a:p>
            <a:r>
              <a:rPr lang="fr-FR" sz="1000" dirty="0">
                <a:latin typeface="Times New Roman" panose="02020603050405020304" pitchFamily="18" charset="0"/>
              </a:rPr>
              <a:t>Après le nettoyage r</a:t>
            </a:r>
            <a:r>
              <a:rPr lang="fr-FR" sz="1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incer.</a:t>
            </a:r>
          </a:p>
          <a:p>
            <a:endParaRPr lang="fr-FR" sz="1000" dirty="0">
              <a:latin typeface="Times New Roman" panose="02020603050405020304" pitchFamily="18" charset="0"/>
            </a:endParaRPr>
          </a:p>
          <a:p>
            <a:endParaRPr lang="fr-FR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fr-FR" sz="1000" dirty="0">
                <a:solidFill>
                  <a:srgbClr val="35667A"/>
                </a:solidFill>
              </a:rPr>
              <a:t>CARACTERISTIQUES</a:t>
            </a:r>
          </a:p>
          <a:p>
            <a:r>
              <a:rPr lang="fr-F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Aspect : </a:t>
            </a:r>
            <a:r>
              <a:rPr lang="fr-FR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Liquide </a:t>
            </a:r>
          </a:p>
          <a:p>
            <a:r>
              <a:rPr lang="fr-F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pH : 7 - 8</a:t>
            </a:r>
            <a:endParaRPr lang="fr-FR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fr-F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Densité : </a:t>
            </a:r>
            <a:r>
              <a:rPr lang="fr-FR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1,01</a:t>
            </a:r>
          </a:p>
          <a:p>
            <a:r>
              <a:rPr lang="fr-F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Contact alimentaire : Oui après rinçage complet à l’eau potable.</a:t>
            </a:r>
          </a:p>
          <a:p>
            <a:endParaRPr lang="fr-FR" sz="10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fr-FR" sz="1000" dirty="0">
                <a:solidFill>
                  <a:schemeClr val="accent1">
                    <a:lumMod val="75000"/>
                  </a:schemeClr>
                </a:solidFill>
              </a:rPr>
              <a:t>REGLEMENTATION:</a:t>
            </a:r>
            <a:endParaRPr lang="fr-FR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fr-FR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Composition chimique (Règlement CE 648/2004) : Entre 5% et 15% de tens1oaetifs non </a:t>
            </a:r>
            <a:r>
              <a:rPr lang="fr-FR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ionques</a:t>
            </a:r>
            <a:r>
              <a:rPr lang="fr-FR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 Parfum. Conservateurs : </a:t>
            </a:r>
            <a:r>
              <a:rPr lang="fr-FR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benzisothiazolinone</a:t>
            </a:r>
            <a:r>
              <a:rPr lang="fr-FR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fr-FR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methylisothiazolinone</a:t>
            </a:r>
            <a:r>
              <a:rPr lang="fr-FR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</a:p>
          <a:p>
            <a:r>
              <a:rPr lang="fr-FR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STOCKAGE: Conserver dans un endroit frais et sec, a l'abri de la lumière directe</a:t>
            </a:r>
          </a:p>
          <a:p>
            <a:r>
              <a:rPr lang="fr-FR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du soleil. Ne pas stocker au-dessus de 40°C et en dessous de 5°C. </a:t>
            </a:r>
          </a:p>
          <a:p>
            <a:r>
              <a:rPr lang="fr-FR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Durée de conservation : 12 mois.</a:t>
            </a:r>
          </a:p>
          <a:p>
            <a:endParaRPr lang="fr-FR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fr-FR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Pour tout complément d’information voir la FDS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8BF504AD-2C0A-424F-9F49-C80C94BA1DFE}"/>
              </a:ext>
            </a:extLst>
          </p:cNvPr>
          <p:cNvSpPr txBox="1"/>
          <p:nvPr/>
        </p:nvSpPr>
        <p:spPr>
          <a:xfrm rot="16200000">
            <a:off x="5707875" y="7229647"/>
            <a:ext cx="2107937" cy="40010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r>
              <a:rPr lang="fr-F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Code douanier :    </a:t>
            </a:r>
            <a:r>
              <a:rPr lang="fr-FR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38089490</a:t>
            </a:r>
          </a:p>
          <a:p>
            <a:r>
              <a:rPr lang="fr-F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</a:p>
        </p:txBody>
      </p:sp>
      <p:pic>
        <p:nvPicPr>
          <p:cNvPr id="17" name="Image 16" descr="Une image contenant texte, clipart&#10;&#10;Description générée automatiquement">
            <a:extLst>
              <a:ext uri="{FF2B5EF4-FFF2-40B4-BE49-F238E27FC236}">
                <a16:creationId xmlns:a16="http://schemas.microsoft.com/office/drawing/2014/main" id="{F608C6B5-E028-43F5-AB94-0B186B1EDBFB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6004" y="3644493"/>
            <a:ext cx="680107" cy="276951"/>
          </a:xfrm>
          <a:prstGeom prst="rect">
            <a:avLst/>
          </a:prstGeom>
        </p:spPr>
      </p:pic>
      <p:sp>
        <p:nvSpPr>
          <p:cNvPr id="26" name="ZoneTexte 25">
            <a:extLst>
              <a:ext uri="{FF2B5EF4-FFF2-40B4-BE49-F238E27FC236}">
                <a16:creationId xmlns:a16="http://schemas.microsoft.com/office/drawing/2014/main" id="{31D66F42-1EE9-F8B0-2A19-F695E35F870B}"/>
              </a:ext>
            </a:extLst>
          </p:cNvPr>
          <p:cNvSpPr txBox="1"/>
          <p:nvPr/>
        </p:nvSpPr>
        <p:spPr>
          <a:xfrm>
            <a:off x="121323" y="3684205"/>
            <a:ext cx="1923810" cy="24621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r>
              <a:rPr lang="fr-FR" sz="1000" dirty="0">
                <a:solidFill>
                  <a:srgbClr val="35667A"/>
                </a:solidFill>
              </a:rPr>
              <a:t>PICTO : </a:t>
            </a:r>
          </a:p>
        </p:txBody>
      </p:sp>
      <p:pic>
        <p:nvPicPr>
          <p:cNvPr id="27" name="Image 26">
            <a:extLst>
              <a:ext uri="{FF2B5EF4-FFF2-40B4-BE49-F238E27FC236}">
                <a16:creationId xmlns:a16="http://schemas.microsoft.com/office/drawing/2014/main" id="{CE67BAE0-146D-959C-D329-30295D7614F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96922" y="1394213"/>
            <a:ext cx="326153" cy="734300"/>
          </a:xfrm>
          <a:prstGeom prst="rect">
            <a:avLst/>
          </a:prstGeom>
        </p:spPr>
      </p:pic>
      <p:pic>
        <p:nvPicPr>
          <p:cNvPr id="29" name="Image 28">
            <a:extLst>
              <a:ext uri="{FF2B5EF4-FFF2-40B4-BE49-F238E27FC236}">
                <a16:creationId xmlns:a16="http://schemas.microsoft.com/office/drawing/2014/main" id="{50F0ACA8-633D-908F-43A8-DD602DCF3C7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1888" y="1429532"/>
            <a:ext cx="317270" cy="704447"/>
          </a:xfrm>
          <a:prstGeom prst="rect">
            <a:avLst/>
          </a:prstGeom>
        </p:spPr>
      </p:pic>
      <p:pic>
        <p:nvPicPr>
          <p:cNvPr id="30" name="Image 29">
            <a:extLst>
              <a:ext uri="{FF2B5EF4-FFF2-40B4-BE49-F238E27FC236}">
                <a16:creationId xmlns:a16="http://schemas.microsoft.com/office/drawing/2014/main" id="{F0A95709-FDC0-FF2B-D898-AAC1EBB4692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2593" y="1429532"/>
            <a:ext cx="335676" cy="722556"/>
          </a:xfrm>
          <a:prstGeom prst="rect">
            <a:avLst/>
          </a:prstGeom>
        </p:spPr>
      </p:pic>
      <p:pic>
        <p:nvPicPr>
          <p:cNvPr id="34" name="Image 33">
            <a:extLst>
              <a:ext uri="{FF2B5EF4-FFF2-40B4-BE49-F238E27FC236}">
                <a16:creationId xmlns:a16="http://schemas.microsoft.com/office/drawing/2014/main" id="{F80CF376-7B9A-E12B-ADBD-CBDABF54001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74111" y="2203489"/>
            <a:ext cx="363927" cy="1020098"/>
          </a:xfrm>
          <a:prstGeom prst="rect">
            <a:avLst/>
          </a:prstGeom>
        </p:spPr>
      </p:pic>
      <p:pic>
        <p:nvPicPr>
          <p:cNvPr id="35" name="Image 34">
            <a:extLst>
              <a:ext uri="{FF2B5EF4-FFF2-40B4-BE49-F238E27FC236}">
                <a16:creationId xmlns:a16="http://schemas.microsoft.com/office/drawing/2014/main" id="{A0F338F2-E130-F061-4138-1905C55AF75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1888" y="2227680"/>
            <a:ext cx="350747" cy="928448"/>
          </a:xfrm>
          <a:prstGeom prst="rect">
            <a:avLst/>
          </a:prstGeom>
        </p:spPr>
      </p:pic>
      <p:pic>
        <p:nvPicPr>
          <p:cNvPr id="36" name="Image 35">
            <a:extLst>
              <a:ext uri="{FF2B5EF4-FFF2-40B4-BE49-F238E27FC236}">
                <a16:creationId xmlns:a16="http://schemas.microsoft.com/office/drawing/2014/main" id="{62BEEF73-05AC-7A05-D224-6BC7EE54D75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1323" y="2251600"/>
            <a:ext cx="379089" cy="953297"/>
          </a:xfrm>
          <a:prstGeom prst="rect">
            <a:avLst/>
          </a:prstGeom>
        </p:spPr>
      </p:pic>
      <p:sp>
        <p:nvSpPr>
          <p:cNvPr id="40" name="ZoneTexte 39">
            <a:extLst>
              <a:ext uri="{FF2B5EF4-FFF2-40B4-BE49-F238E27FC236}">
                <a16:creationId xmlns:a16="http://schemas.microsoft.com/office/drawing/2014/main" id="{EA700943-7975-9DAC-A4C8-1BEEFEFF2659}"/>
              </a:ext>
            </a:extLst>
          </p:cNvPr>
          <p:cNvSpPr txBox="1"/>
          <p:nvPr/>
        </p:nvSpPr>
        <p:spPr>
          <a:xfrm>
            <a:off x="1257123" y="6294776"/>
            <a:ext cx="1923810" cy="240065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r>
              <a:rPr lang="fr-FR" sz="1000" dirty="0">
                <a:solidFill>
                  <a:srgbClr val="35667A"/>
                </a:solidFill>
              </a:rPr>
              <a:t>Conditionnement : </a:t>
            </a:r>
          </a:p>
          <a:p>
            <a:r>
              <a:rPr lang="fr-FR" sz="1000" b="1" dirty="0">
                <a:solidFill>
                  <a:srgbClr val="35667A"/>
                </a:solidFill>
              </a:rPr>
              <a:t>Parfum Citron</a:t>
            </a:r>
          </a:p>
          <a:p>
            <a:endParaRPr lang="fr-FR" sz="1000" b="1" dirty="0">
              <a:solidFill>
                <a:srgbClr val="35667A"/>
              </a:solidFill>
            </a:endParaRPr>
          </a:p>
          <a:p>
            <a:r>
              <a:rPr lang="fr-FR" sz="1000" b="1" dirty="0">
                <a:solidFill>
                  <a:srgbClr val="35667A"/>
                </a:solidFill>
              </a:rPr>
              <a:t>Code IO040 </a:t>
            </a:r>
            <a:endParaRPr lang="fr-FR" sz="10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171450" indent="-171450">
              <a:buFontTx/>
              <a:buChar char="-"/>
            </a:pPr>
            <a:r>
              <a:rPr lang="fr-FR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Carton de 6 x 500ml</a:t>
            </a:r>
          </a:p>
          <a:p>
            <a:pPr marL="171450" indent="-171450">
              <a:buFontTx/>
              <a:buChar char="-"/>
            </a:pPr>
            <a:r>
              <a:rPr lang="fr-FR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EAN: 3500590024761</a:t>
            </a:r>
          </a:p>
          <a:p>
            <a:r>
              <a:rPr lang="fr-FR" sz="1000" b="1" dirty="0">
                <a:solidFill>
                  <a:schemeClr val="accent1">
                    <a:lumMod val="75000"/>
                  </a:schemeClr>
                </a:solidFill>
              </a:rPr>
              <a:t>Code IO026</a:t>
            </a:r>
          </a:p>
          <a:p>
            <a:pPr marL="171450" indent="-171450">
              <a:buFontTx/>
              <a:buChar char="-"/>
            </a:pPr>
            <a:r>
              <a:rPr lang="fr-FR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Carton de 9 x 1L</a:t>
            </a:r>
          </a:p>
          <a:p>
            <a:pPr marL="171450" indent="-171450">
              <a:buFontTx/>
              <a:buChar char="-"/>
            </a:pPr>
            <a:r>
              <a:rPr lang="fr-FR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EAN: 3500590024495</a:t>
            </a:r>
          </a:p>
          <a:p>
            <a:endParaRPr lang="fr-FR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fr-FR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Existe en 5L</a:t>
            </a:r>
          </a:p>
          <a:p>
            <a:r>
              <a:rPr lang="fr-F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Code IO026-5</a:t>
            </a:r>
          </a:p>
          <a:p>
            <a:pPr marL="171450" indent="-171450">
              <a:buFontTx/>
              <a:buChar char="-"/>
            </a:pPr>
            <a:r>
              <a:rPr lang="fr-FR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Carton de 2 x 5L</a:t>
            </a:r>
          </a:p>
          <a:p>
            <a:pPr marL="171450" indent="-171450">
              <a:buFontTx/>
              <a:buChar char="-"/>
            </a:pPr>
            <a:r>
              <a:rPr lang="fr-FR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EAN: 3500590025478</a:t>
            </a:r>
          </a:p>
          <a:p>
            <a:endParaRPr lang="fr-FR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id="{448E2BF6-9645-8861-5033-3D3E4D2B4672}"/>
              </a:ext>
            </a:extLst>
          </p:cNvPr>
          <p:cNvSpPr txBox="1"/>
          <p:nvPr/>
        </p:nvSpPr>
        <p:spPr>
          <a:xfrm>
            <a:off x="4880274" y="6308301"/>
            <a:ext cx="1923810" cy="163121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r>
              <a:rPr lang="fr-FR" sz="1000" dirty="0">
                <a:solidFill>
                  <a:srgbClr val="35667A"/>
                </a:solidFill>
              </a:rPr>
              <a:t>Conditionnement : </a:t>
            </a:r>
          </a:p>
          <a:p>
            <a:r>
              <a:rPr lang="fr-FR" sz="1000" b="1" dirty="0">
                <a:solidFill>
                  <a:srgbClr val="35667A"/>
                </a:solidFill>
              </a:rPr>
              <a:t>Parfum Fruits Rouge</a:t>
            </a:r>
          </a:p>
          <a:p>
            <a:endParaRPr lang="fr-FR" sz="1000" b="1" dirty="0">
              <a:solidFill>
                <a:srgbClr val="35667A"/>
              </a:solidFill>
            </a:endParaRPr>
          </a:p>
          <a:p>
            <a:r>
              <a:rPr lang="fr-FR" sz="1000" b="1" dirty="0">
                <a:solidFill>
                  <a:srgbClr val="35667A"/>
                </a:solidFill>
              </a:rPr>
              <a:t>Code IO027</a:t>
            </a:r>
            <a:endParaRPr lang="fr-FR" sz="10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171450" indent="-171450">
              <a:buFontTx/>
              <a:buChar char="-"/>
            </a:pPr>
            <a:r>
              <a:rPr lang="fr-FR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Carton de 6 x 500ml</a:t>
            </a:r>
          </a:p>
          <a:p>
            <a:pPr marL="171450" indent="-171450">
              <a:buFontTx/>
              <a:buChar char="-"/>
            </a:pPr>
            <a:r>
              <a:rPr lang="fr-FR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EAN: 3500590024730</a:t>
            </a:r>
          </a:p>
          <a:p>
            <a:r>
              <a:rPr lang="fr-FR" sz="1000" b="1" dirty="0">
                <a:solidFill>
                  <a:schemeClr val="accent1">
                    <a:lumMod val="75000"/>
                  </a:schemeClr>
                </a:solidFill>
              </a:rPr>
              <a:t>Code IO026</a:t>
            </a:r>
          </a:p>
          <a:p>
            <a:pPr marL="171450" indent="-171450">
              <a:buFontTx/>
              <a:buChar char="-"/>
            </a:pPr>
            <a:r>
              <a:rPr lang="fr-FR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Carton de 9 x 1L</a:t>
            </a:r>
          </a:p>
          <a:p>
            <a:pPr marL="171450" indent="-171450">
              <a:buFontTx/>
              <a:buChar char="-"/>
            </a:pPr>
            <a:r>
              <a:rPr lang="fr-FR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EAN: 3500590024525</a:t>
            </a:r>
          </a:p>
          <a:p>
            <a:endParaRPr lang="fr-FR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43" name="Image 42">
            <a:extLst>
              <a:ext uri="{FF2B5EF4-FFF2-40B4-BE49-F238E27FC236}">
                <a16:creationId xmlns:a16="http://schemas.microsoft.com/office/drawing/2014/main" id="{FCB8E8F9-A361-A072-AB92-D80CDB6CA48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7408" y="3604058"/>
            <a:ext cx="434740" cy="406510"/>
          </a:xfrm>
          <a:prstGeom prst="rect">
            <a:avLst/>
          </a:prstGeom>
        </p:spPr>
      </p:pic>
      <p:pic>
        <p:nvPicPr>
          <p:cNvPr id="45" name="Image 44">
            <a:extLst>
              <a:ext uri="{FF2B5EF4-FFF2-40B4-BE49-F238E27FC236}">
                <a16:creationId xmlns:a16="http://schemas.microsoft.com/office/drawing/2014/main" id="{B57B3432-2274-8DF1-5B3D-E6FA874F0578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7811" y="4090715"/>
            <a:ext cx="385469" cy="35888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Thème Office">
  <a:themeElements>
    <a:clrScheme name="Thème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Thème Offic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Thème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Thème Offic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2762</TotalTime>
  <Words>311</Words>
  <Application>Microsoft Office PowerPoint</Application>
  <PresentationFormat>Affichage à l'écran (4:3)</PresentationFormat>
  <Paragraphs>70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Abadi</vt:lpstr>
      <vt:lpstr>Arial</vt:lpstr>
      <vt:lpstr>Calibri</vt:lpstr>
      <vt:lpstr>Times New Roman</vt:lpstr>
      <vt:lpstr>Thème Office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NUC</dc:creator>
  <cp:lastModifiedBy>Guy FAVIEZ</cp:lastModifiedBy>
  <cp:revision>67</cp:revision>
  <cp:lastPrinted>2024-05-22T16:13:13Z</cp:lastPrinted>
  <dcterms:modified xsi:type="dcterms:W3CDTF">2024-05-22T16:27:51Z</dcterms:modified>
</cp:coreProperties>
</file>